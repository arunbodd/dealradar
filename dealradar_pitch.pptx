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9F6"/>
    <a:srgbClr val="FFF0E4"/>
    <a:srgbClr val="FFE9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53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77792"/>
            <a:ext cx="8229600" cy="440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DealRadar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28600" y="618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Car Deal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132" y="1519592"/>
            <a:ext cx="1349589" cy="1097280"/>
          </a:xfrm>
          <a:prstGeom prst="roundRect">
            <a:avLst>
              <a:gd name="adj" fmla="val 16667"/>
            </a:avLst>
          </a:prstGeom>
          <a:solidFill>
            <a:srgbClr val="1E88E5"/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133" y="1748192"/>
            <a:ext cx="12699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82986" y="1839632"/>
            <a:ext cx="8111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D9FF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968415" y="1166704"/>
            <a:ext cx="1005840" cy="100584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59948" y="134958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40108" y="1166704"/>
            <a:ext cx="1005840" cy="1005840"/>
          </a:xfrm>
          <a:prstGeom prst="ellipse">
            <a:avLst/>
          </a:prstGeom>
          <a:solidFill>
            <a:srgbClr val="4ECDC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48575" y="134958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68415" y="2446864"/>
            <a:ext cx="1005840" cy="1005840"/>
          </a:xfrm>
          <a:prstGeom prst="ellipse">
            <a:avLst/>
          </a:prstGeom>
          <a:solidFill>
            <a:srgbClr val="95E1D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9948" y="262974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48575" y="2446864"/>
            <a:ext cx="1005840" cy="1005840"/>
          </a:xfrm>
          <a:prstGeom prst="ellipse">
            <a:avLst/>
          </a:prstGeom>
          <a:solidFill>
            <a:srgbClr val="F7DC6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40108" y="262974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6962" y="1808478"/>
            <a:ext cx="731520" cy="731520"/>
          </a:xfrm>
          <a:prstGeom prst="ellipse">
            <a:avLst/>
          </a:prstGeom>
          <a:solidFill>
            <a:srgbClr val="0F1419"/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08495" y="199135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960" y="1843017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D9FF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720839" y="1519592"/>
            <a:ext cx="2076027" cy="1097280"/>
          </a:xfrm>
          <a:prstGeom prst="roundRect">
            <a:avLst>
              <a:gd name="adj" fmla="val 16667"/>
            </a:avLst>
          </a:prstGeom>
          <a:solidFill>
            <a:schemeClr val="accent5">
              <a:lumMod val="75000"/>
            </a:schemeClr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39" y="1748192"/>
            <a:ext cx="199982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" y="3618655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Intent Parsing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" y="3847255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→ structured search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3618655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97480" y="3847255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brand detection + CARFAX warnings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3618655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Market Insights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66360" y="3847255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pricing &amp; market dynamics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361865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Smart QA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3847255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automotive advice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" y="4438227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712547"/>
            <a:ext cx="16459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8600" y="478569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57400" y="4712547"/>
            <a:ext cx="16459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57400" y="478569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86200" y="4712547"/>
            <a:ext cx="16459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86200" y="478569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Cache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15000" y="4712547"/>
            <a:ext cx="16459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95E1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15000" y="478569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5E1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MarketCheck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43800" y="4712547"/>
            <a:ext cx="137160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43800" y="4785699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4432975"/>
            <a:ext cx="4411133" cy="215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 • 24h Cache • Zero API Waste</a:t>
            </a:r>
            <a:endParaRPr lang="en-US" sz="1200" dirty="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BF44420-7750-967F-36EF-D47B8B6D2D6D}"/>
              </a:ext>
            </a:extLst>
          </p:cNvPr>
          <p:cNvSpPr/>
          <p:nvPr/>
        </p:nvSpPr>
        <p:spPr>
          <a:xfrm>
            <a:off x="2880360" y="1089429"/>
            <a:ext cx="2453640" cy="24103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9EC175E-6EA8-1CAF-3B8F-7E2B4D1A388E}"/>
              </a:ext>
            </a:extLst>
          </p:cNvPr>
          <p:cNvSpPr/>
          <p:nvPr/>
        </p:nvSpPr>
        <p:spPr>
          <a:xfrm>
            <a:off x="91439" y="3585981"/>
            <a:ext cx="8891693" cy="806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38D18-DC75-E7A2-CCDA-B2B26D246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74" y="815156"/>
            <a:ext cx="8758652" cy="338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14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67</Words>
  <Application>Microsoft Macintosh PowerPoint</Application>
  <PresentationFormat>On-screen Show (16:9)</PresentationFormat>
  <Paragraphs>33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Arun Boddapati</cp:lastModifiedBy>
  <cp:revision>8</cp:revision>
  <dcterms:created xsi:type="dcterms:W3CDTF">2026-03-20T14:56:42Z</dcterms:created>
  <dcterms:modified xsi:type="dcterms:W3CDTF">2026-03-20T15:27:43Z</dcterms:modified>
</cp:coreProperties>
</file>